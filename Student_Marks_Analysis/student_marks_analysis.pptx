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400000"/>
            <a:ext cx="10080000" cy="270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" name=""/>
          <p:cNvSpPr/>
          <p:nvPr/>
        </p:nvSpPr>
        <p:spPr>
          <a:xfrm>
            <a:off x="0" y="0"/>
            <a:ext cx="10080000" cy="1215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" name=""/>
          <p:cNvSpPr/>
          <p:nvPr/>
        </p:nvSpPr>
        <p:spPr>
          <a:xfrm>
            <a:off x="9315000" y="5175000"/>
            <a:ext cx="450000" cy="45000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IN" sz="3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IN" sz="24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Click to edit the outline text format</a:t>
            </a:r>
            <a:endParaRPr b="1" lang="en-IN" sz="24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IN" sz="21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Second Outline Level</a:t>
            </a:r>
            <a:endParaRPr b="0" lang="en-IN" sz="21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Third Outline Level</a:t>
            </a:r>
            <a:endParaRPr b="0" lang="en-IN" sz="1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lvl="3" marL="1728000" indent="-216000"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IN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Fourth Outline Level</a:t>
            </a:r>
            <a:endParaRPr b="0" lang="en-IN" sz="15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lvl="4" marL="2160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Fifth Outline Level</a:t>
            </a:r>
            <a:endParaRPr b="0" lang="en-IN" sz="15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lvl="5" marL="2592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Sixth Outline Level</a:t>
            </a:r>
            <a:endParaRPr b="0" lang="en-IN" sz="15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lvl="6" marL="3024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Seventh Outline Level</a:t>
            </a:r>
            <a:endParaRPr b="0" lang="en-IN" sz="15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9180000" y="5175000"/>
            <a:ext cx="720000" cy="45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fld id="{2368CE2A-145D-4BD7-BA70-C3F56D7D9671}" type="slidenum"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0080000" cy="3780000"/>
          </a:xfrm>
          <a:prstGeom prst="rect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IN" sz="3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0">
              <a:spcAft>
                <a:spcPts val="655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1" marL="864000" indent="0">
              <a:spcAft>
                <a:spcPts val="850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2" marL="1296000" indent="0">
              <a:spcAft>
                <a:spcPts val="635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3" marL="1728000" indent="0">
              <a:spcAft>
                <a:spcPts val="425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4" marL="2160000" indent="0">
              <a:spcAft>
                <a:spcPts val="213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5" marL="2592000" indent="0">
              <a:spcAft>
                <a:spcPts val="213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6" marL="3024000" indent="0">
              <a:spcAft>
                <a:spcPts val="213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fld id="{55D10D95-5B4F-4DBB-821A-6E47105C6489}" type="slidenum"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" name=""/>
          <p:cNvSpPr/>
          <p:nvPr/>
        </p:nvSpPr>
        <p:spPr>
          <a:xfrm>
            <a:off x="2520000" y="1350000"/>
            <a:ext cx="5040000" cy="189000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0600" rIns="120600" tIns="75600" bIns="75600" anchor="ctr">
            <a:noAutofit/>
          </a:bodyPr>
          <a:p>
            <a:endParaRPr b="1" lang="en-IN" sz="14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1" lang="en-IN" sz="27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IN" sz="27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0">
              <a:spcAft>
                <a:spcPts val="655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1" marL="864000" indent="0">
              <a:spcAft>
                <a:spcPts val="850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2" marL="1296000" indent="0">
              <a:spcAft>
                <a:spcPts val="635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3" marL="1728000" indent="0">
              <a:spcAft>
                <a:spcPts val="425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4" marL="2160000" indent="0">
              <a:spcAft>
                <a:spcPts val="213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5" marL="2592000" indent="0">
              <a:spcAft>
                <a:spcPts val="213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lvl="6" marL="3024000" indent="0">
              <a:spcAft>
                <a:spcPts val="213"/>
              </a:spcAf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360000" y="5400000"/>
            <a:ext cx="288000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3420000" y="5400000"/>
            <a:ext cx="324000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buNone/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fld id="{792DAF30-BD0B-4B32-84A7-617DAF507706}" type="slidenum"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b="1" lang="en-IN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IN" sz="6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PROBLEM </a:t>
            </a:r>
            <a:r>
              <a:rPr b="1" lang="en-IN" sz="4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(Help Principal)</a:t>
            </a:r>
            <a:endParaRPr b="1" lang="en-IN" sz="4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26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Which student has the highest average marks?</a:t>
            </a:r>
            <a:endParaRPr b="1" lang="en-IN" sz="2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Which students scored above 90?</a:t>
            </a:r>
            <a:endParaRPr b="1" lang="en-IN" sz="2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How are marks distributed?</a:t>
            </a:r>
            <a:endParaRPr b="1" lang="en-IN" sz="2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Which subject needs improvement?</a:t>
            </a:r>
            <a:endParaRPr b="1" lang="en-IN" sz="2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24" name=""/>
          <p:cNvSpPr/>
          <p:nvPr/>
        </p:nvSpPr>
        <p:spPr>
          <a:xfrm>
            <a:off x="360000" y="4860000"/>
            <a:ext cx="3600000" cy="540000"/>
          </a:xfrm>
          <a:prstGeom prst="flowChartAlternateProcess">
            <a:avLst/>
          </a:prstGeom>
          <a:solidFill>
            <a:srgbClr val="ff000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youtube.com/@ssutradhar35</a:t>
            </a:r>
            <a:endParaRPr b="0" lang="en-IN" sz="1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4631DB-DE89-4FB5-8CD3-FFD10A92EF39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IN" sz="6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PROJECT</a:t>
            </a:r>
            <a:endParaRPr b="1" lang="en-IN" sz="60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6" name=""/>
          <p:cNvSpPr/>
          <p:nvPr/>
        </p:nvSpPr>
        <p:spPr>
          <a:xfrm>
            <a:off x="360000" y="4860000"/>
            <a:ext cx="3600000" cy="540000"/>
          </a:xfrm>
          <a:prstGeom prst="flowChartAlternateProcess">
            <a:avLst/>
          </a:prstGeom>
          <a:solidFill>
            <a:srgbClr val="ff000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youtube.com/@ssutradhar35</a:t>
            </a:r>
            <a:endParaRPr b="0" lang="en-IN" sz="1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20000" y="1800000"/>
            <a:ext cx="8640000" cy="216000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ctr">
            <a:spAutoFit/>
          </a:bodyPr>
          <a:p>
            <a:pPr algn="ctr"/>
            <a:r>
              <a:rPr b="1" lang="en-IN" sz="54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Student Marks Analysis</a:t>
            </a:r>
            <a:endParaRPr b="0" lang="en-IN" sz="54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algn="ctr"/>
            <a:r>
              <a:rPr b="0" lang="en-IN" sz="26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(Using Pandas and Matplotlib)</a:t>
            </a:r>
            <a:endParaRPr b="0" lang="en-IN" sz="26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6553CE-025B-4294-89F9-10FBDF7C22ED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IN" sz="6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GOAL</a:t>
            </a:r>
            <a:endParaRPr b="1" lang="en-IN" sz="60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Analyze student performance</a:t>
            </a:r>
            <a:endParaRPr b="1" lang="en-IN" sz="2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Create charts</a:t>
            </a:r>
            <a:endParaRPr b="1" lang="en-IN" sz="2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Generate insights</a:t>
            </a:r>
            <a:endParaRPr b="1" lang="en-IN" sz="2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Provide recommendations to school management</a:t>
            </a:r>
            <a:endParaRPr b="1" lang="en-IN" sz="2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30" name=""/>
          <p:cNvSpPr/>
          <p:nvPr/>
        </p:nvSpPr>
        <p:spPr>
          <a:xfrm>
            <a:off x="360000" y="4860360"/>
            <a:ext cx="3600000" cy="540000"/>
          </a:xfrm>
          <a:prstGeom prst="flowChartAlternateProcess">
            <a:avLst/>
          </a:prstGeom>
          <a:solidFill>
            <a:srgbClr val="ff000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youtube.com/@ssutradhar35</a:t>
            </a:r>
            <a:endParaRPr b="0" lang="en-IN" sz="1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629680-14AA-4CD4-819E-0D334DB70353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IN" sz="6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SUMMARY</a:t>
            </a:r>
            <a:endParaRPr b="1" lang="en-IN" sz="60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read_csv()</a:t>
            </a:r>
            <a:endParaRPr b="1" lang="en-IN" sz="2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head(), info(), describe()</a:t>
            </a:r>
            <a:endParaRPr b="1" lang="en-IN" sz="2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Filtering</a:t>
            </a:r>
            <a:endParaRPr b="1" lang="en-IN" sz="2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Mean Calculation</a:t>
            </a:r>
            <a:endParaRPr b="1" lang="en-IN" sz="2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Bar Chart, Histogram</a:t>
            </a:r>
            <a:endParaRPr b="1" lang="en-IN" sz="2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33" name=""/>
          <p:cNvSpPr/>
          <p:nvPr/>
        </p:nvSpPr>
        <p:spPr>
          <a:xfrm>
            <a:off x="360000" y="4860360"/>
            <a:ext cx="3600000" cy="540000"/>
          </a:xfrm>
          <a:prstGeom prst="flowChartAlternateProcess">
            <a:avLst/>
          </a:prstGeom>
          <a:solidFill>
            <a:srgbClr val="ff000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youtube.com/@ssutradhar35</a:t>
            </a:r>
            <a:endParaRPr b="0" lang="en-IN" sz="1800" strike="noStrike" u="none">
              <a:solidFill>
                <a:srgbClr val="2c3e5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4343A8-D316-43DC-BFBC-DE7DFD75B05D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2026-06-25T05:37:54Z</dcterms:created>
  <dc:creator/>
  <dc:description>This work is licensed under a Creative Commons 0 License.
It makes use of the works of Jun NOGATA.</dc:description>
  <dc:language>en-IN</dc:language>
  <cp:lastModifiedBy/>
  <dcterms:modified xsi:type="dcterms:W3CDTF">2026-06-25T08:26:11Z</dcterms:modified>
  <cp:revision>4</cp:revision>
  <dc:subject/>
  <dc:title>Midnightblue</dc:title>
</cp:coreProperties>
</file>
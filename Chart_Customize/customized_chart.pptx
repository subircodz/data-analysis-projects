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n-IN" sz="24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IN" sz="21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541513F-C598-4B5E-A357-F86CE4823935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0079640" cy="377964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59640" cy="148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0">
              <a:lnSpc>
                <a:spcPct val="100000"/>
              </a:lnSpc>
              <a:spcAft>
                <a:spcPts val="655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100000"/>
              </a:lnSpc>
              <a:spcAft>
                <a:spcPts val="635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indent="0">
              <a:lnSpc>
                <a:spcPct val="100000"/>
              </a:lnSpc>
              <a:spcAft>
                <a:spcPts val="425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9A9D5CF-2578-4E09-BE74-2FC321F4CF68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0079640" cy="5669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n-IN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2520000" y="1350000"/>
            <a:ext cx="5039640" cy="188964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>
              <a:lnSpc>
                <a:spcPct val="100000"/>
              </a:lnSpc>
            </a:pPr>
            <a:endParaRPr b="1" lang="en-IN" sz="1400" strike="noStrike" u="none">
              <a:solidFill>
                <a:srgbClr val="2c3e5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79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27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Click to edit the title text format</a:t>
            </a:r>
            <a:endParaRPr b="0" lang="en-IN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299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lnSpc>
                <a:spcPct val="100000"/>
              </a:lnSpc>
              <a:spcAft>
                <a:spcPts val="655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100000"/>
              </a:lnSpc>
              <a:spcAft>
                <a:spcPts val="635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indent="0">
              <a:lnSpc>
                <a:spcPct val="100000"/>
              </a:lnSpc>
              <a:spcAft>
                <a:spcPts val="425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7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&lt;date/time&gt;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3964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9180000" y="5262480"/>
            <a:ext cx="71964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DD32AE4-C3A7-40D3-BDA4-4F8D23F591CD}" type="slidenum"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&lt;number&gt;</a:t>
            </a:fld>
            <a:endParaRPr b="0" lang="en-IN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6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DATA COMMUNICATION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60000" y="4860000"/>
            <a:ext cx="3599640" cy="539640"/>
          </a:xfrm>
          <a:prstGeom prst="flowChartAlternateProcess">
            <a:avLst/>
          </a:prstGeom>
          <a:solidFill>
            <a:srgbClr val="ff000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youtube.com/@ssutradhar35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20000" y="2224800"/>
            <a:ext cx="8639640" cy="1309680"/>
          </a:xfrm>
          <a:prstGeom prst="rect">
            <a:avLst/>
          </a:prstGeom>
          <a:noFill/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>
              <a:lnSpc>
                <a:spcPct val="100000"/>
              </a:lnSpc>
            </a:pPr>
            <a:r>
              <a:rPr b="1" lang="en-IN" sz="54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Chart Customization</a:t>
            </a:r>
            <a:endParaRPr b="0" lang="en-IN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IN" sz="26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(Using Matplotlib)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B00DFB-FFF7-493E-9803-70EB3BF19432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6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GOAL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Communicate Data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Chart Customization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Compare Default Chart vs Customized Chart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57"/>
              </a:spcAft>
              <a:buNone/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60000" y="4860360"/>
            <a:ext cx="3599640" cy="539640"/>
          </a:xfrm>
          <a:prstGeom prst="flowChartAlternateProcess">
            <a:avLst/>
          </a:prstGeom>
          <a:solidFill>
            <a:srgbClr val="ff000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youtube.com/@ssutradhar35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065194-443E-43AD-997D-D10EC459805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IN" sz="60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SUMMARY</a:t>
            </a:r>
            <a:endParaRPr b="0" lang="en-IN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suptitle(), subplots(rows, cols, position)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color, marker, linestyle, linewidth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label, legend()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figure(figsize, dpi)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OpenSymbol"/>
              <a:buChar char="►"/>
            </a:pPr>
            <a:r>
              <a:rPr b="1" lang="en-IN" sz="2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xticks(rotation)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360000" y="4860360"/>
            <a:ext cx="3599640" cy="539640"/>
          </a:xfrm>
          <a:prstGeom prst="flowChartAlternateProcess">
            <a:avLst/>
          </a:prstGeom>
          <a:solidFill>
            <a:srgbClr val="ff000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IN" sz="18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youtube.com/@ssutradhar35</a:t>
            </a:r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988FD2-F348-4188-82F3-5321212E9A09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2026-06-25T05:37:54Z</dcterms:created>
  <dc:creator/>
  <dc:description>This work is licensed under a Creative Commons 0 License.
It makes use of the works of Jun NOGATA.</dc:description>
  <dc:language>en-IN</dc:language>
  <cp:lastModifiedBy/>
  <dcterms:modified xsi:type="dcterms:W3CDTF">2026-06-27T06:54:04Z</dcterms:modified>
  <cp:revision>5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